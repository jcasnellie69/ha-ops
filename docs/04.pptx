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Arvo" pitchFamily="2" charset="0"/>
      <p:regular r:id="rId11"/>
      <p:bold r:id="rId8"/>
      <p:italic r:id="rId10"/>
      <p:boldItalic r:id="rId9"/>
    </p:embeddedFont>
    <p:embeddedFont>
      <p:font typeface="Inter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915" y="304800"/>
            <a:ext cx="9262020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Enhanced z/OSMF Management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3266" y="2041326"/>
            <a:ext cx="6125467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Arvo"/>
              </a:rPr>
              <a:t>Streamlined IT Management &amp; Automation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705100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9750" y="2698551"/>
            <a:ext cx="740732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Automated Configuration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reduces manual steps required for software installations and system setup.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219450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24025" y="3209032"/>
            <a:ext cx="64451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Data Administration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simplifies database management tasks with </a:t>
            </a:r>
            <a:r>
              <a:rPr sz="1200" b="1" i="0">
                <a:solidFill>
                  <a:srgbClr val="0D47A1"/>
                </a:solidFill>
                <a:latin typeface="Inter"/>
              </a:rPr>
              <a:t> intelligent automation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714750"/>
            <a:ext cx="228600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600" y="3719512"/>
            <a:ext cx="7484566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Security Management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integrates RACF enhancements for streamlined access control and compliance.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423862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2600" y="4229992"/>
            <a:ext cx="570190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Performance Monitoring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provides real-time insights with </a:t>
            </a:r>
            <a:r>
              <a:rPr sz="1200" b="1" i="0">
                <a:solidFill>
                  <a:srgbClr val="0D47A1"/>
                </a:solidFill>
                <a:latin typeface="Inter"/>
              </a:rPr>
              <a:t> AI-driven analytics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4838700"/>
            <a:ext cx="9296400" cy="609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5152" y="4959548"/>
            <a:ext cx="8877746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D47A1"/>
                </a:solidFill>
                <a:latin typeface="Inter"/>
              </a:rPr>
              <a:t>Key Benefit: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z/OSMF 3.2 reduces administrative overhead by up to 40% while improving system reliability and operational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