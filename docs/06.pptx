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Inter" pitchFamily="2" charset="0"/>
      <p:regular r:id="rId11"/>
      <p:bold r:id="rId8"/>
      <p:italic r:id="rId10"/>
      <p:boldItalic r:id="rId9"/>
    </p:embeddedFont>
    <p:embeddedFont>
      <p:font typeface="Arvo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66951" y="304800"/>
            <a:ext cx="5258097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Hybrid Cloud Integration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6425"/>
            <a:ext cx="5791200" cy="4124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57425"/>
            <a:ext cx="4876800" cy="3209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7400" y="2135534"/>
            <a:ext cx="3537495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976D2"/>
                </a:solidFill>
                <a:latin typeface="Arvo"/>
              </a:rPr>
              <a:t>Modern Cloud Connectivity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2638425"/>
            <a:ext cx="2476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41690" y="2647950"/>
            <a:ext cx="5307419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Modern APIs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enable seamless data access without costly ETL processes for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hybrid cloud environments.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3219450"/>
            <a:ext cx="2476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1690" y="3236118"/>
            <a:ext cx="5079712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Docker container support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with built-in networking from Communications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Server Sysplex Distributor.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7875" y="3810000"/>
            <a:ext cx="26670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41690" y="3824287"/>
            <a:ext cx="5012888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Automatic load balancing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routes traffic without external load balancers,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maintaining mainframe-level reliability.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7400" y="4400550"/>
            <a:ext cx="2000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41690" y="4412456"/>
            <a:ext cx="5411003" cy="3836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976D2"/>
                </a:solidFill>
                <a:latin typeface="Inter"/>
              </a:rPr>
              <a:t>Real-time integration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allows applications to access mainframe data directly in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cloud-native architectures.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7400" y="5076825"/>
            <a:ext cx="5715000" cy="504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58780" y="5174009"/>
            <a:ext cx="5493216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1">
                <a:solidFill>
                  <a:srgbClr val="0D47A1"/>
                </a:solidFill>
                <a:latin typeface="Inter"/>
              </a:rPr>
              <a:t>Strategic Advantage:</a:t>
            </a:r>
            <a:r>
              <a:rPr sz="1080" b="0" i="1">
                <a:solidFill>
                  <a:srgbClr val="0D47A1"/>
                </a:solidFill>
                <a:latin typeface="Inter"/>
              </a:rPr>
              <a:t> z/OS 3.2 bridges traditional mainframe reliability with modern</a:t>
            </a:r>
            <a:r>
              <a:rPr sz="1080" b="0" i="1">
                <a:solidFill>
                  <a:srgbClr val="0D47A1"/>
                </a:solidFill>
                <a:latin typeface="Inter"/>
              </a:rPr>
              <a:t> cloud flexibility, enabling true hybrid architecture without compromising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