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>
  <p:sldMasterIdLst>
    <p:sldMasterId id="2147483648" r:id="rId1"/>
  </p:sldMasterIdLst>
  <p:sldIdLst>
    <p:sldId id="256" r:id="rId7"/>
  </p:sldIdLst>
  <p:sldSz cx="12192000" cy="6858000" type="screen4x3"/>
  <p:notesSz cx="6858000" cy="9144000"/>
  <p:embeddedFontLst>
    <p:embeddedFont>
      <p:font typeface="Arvo" pitchFamily="2" charset="0"/>
      <p:regular r:id="rId11"/>
      <p:bold r:id="rId8"/>
      <p:italic r:id="rId10"/>
      <p:boldItalic r:id="rId9"/>
    </p:embeddedFont>
    <p:embeddedFont>
      <p:font typeface="Inter" pitchFamily="2" charset="0"/>
      <p:regular r:id="rId15"/>
      <p:bold r:id="rId12"/>
      <p:italic r:id="rId14"/>
      <p:boldItalic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printerSettings" Target="printerSettings/printerSettings1.bin"/>
  <Relationship Id="rId3" Type="http://schemas.openxmlformats.org/officeDocument/2006/relationships/presProps" Target="presProps.xml"/>
  <Relationship Id="rId4" Type="http://schemas.openxmlformats.org/officeDocument/2006/relationships/viewProps" Target="viewProps.xml"/>
  <Relationship Id="rId5" Type="http://schemas.openxmlformats.org/officeDocument/2006/relationships/theme" Target="theme/theme1.xml"/>
  <Relationship Id="rId6" Type="http://schemas.openxmlformats.org/officeDocument/2006/relationships/tableStyles" Target="tableStyles.xml"/>
  <Relationship Id="rId7" Type="http://schemas.openxmlformats.org/officeDocument/2006/relationships/slide" Target="slides/slide1.xml"/>
  <Relationship Id="rId8" Type="http://schemas.openxmlformats.org/officeDocument/2006/relationships/font" Target="fonts/font1.fntdata"/>
  <Relationship Id="rId9" Type="http://schemas.openxmlformats.org/officeDocument/2006/relationships/font" Target="fonts/font2.fntdata"/>
  <Relationship Id="rId10" Type="http://schemas.openxmlformats.org/officeDocument/2006/relationships/font" Target="fonts/font3.fntdata"/>
  <Relationship Id="rId11" Type="http://schemas.openxmlformats.org/officeDocument/2006/relationships/font" Target="fonts/font4.fntdata"/>
  <Relationship Id="rId12" Type="http://schemas.openxmlformats.org/officeDocument/2006/relationships/font" Target="fonts/font5.fntdata"/>
  <Relationship Id="rId13" Type="http://schemas.openxmlformats.org/officeDocument/2006/relationships/font" Target="fonts/font6.fntdata"/>
  <Relationship Id="rId14" Type="http://schemas.openxmlformats.org/officeDocument/2006/relationships/font" Target="fonts/font7.fntdata"/>
  <Relationship Id="rId15" Type="http://schemas.openxmlformats.org/officeDocument/2006/relationships/font" Target="fonts/font8.fntdata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7400" y="1981200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61666" y="2737544"/>
            <a:ext cx="9106263" cy="1142107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744" b="1" i="0">
                <a:solidFill>
                  <a:srgbClr val="1976D2"/>
                </a:solidFill>
                <a:latin typeface="Arvo"/>
              </a:rPr>
              <a:t>z/OS 3.2 Roadmap: Modernizing</a:t>
            </a:r>
            <a:r>
              <a:rPr sz="3744" b="1" i="0">
                <a:solidFill>
                  <a:srgbClr val="1976D2"/>
                </a:solidFill>
                <a:latin typeface="Arvo"/>
              </a:rPr>
              <a:t> Mainframe for AI and Hybrid Cloud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3079" y="4135933"/>
            <a:ext cx="6725691" cy="25717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79" b="0" i="0">
                <a:solidFill>
                  <a:srgbClr val="333333"/>
                </a:solidFill>
                <a:latin typeface="Inter"/>
              </a:rPr>
              <a:t>Strategic Implementation Guide for Enterprise Mainframe Evolution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36492" y="6076950"/>
            <a:ext cx="211901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D47A1"/>
                </a:solidFill>
                <a:latin typeface="Inter"/>
              </a:rPr>
              <a:t>IBM z/OS 3.2 Strategic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17517" y="6315075"/>
            <a:ext cx="956964" cy="1619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80" b="0" i="0">
                <a:solidFill>
                  <a:srgbClr val="0D47A1"/>
                </a:solidFill>
                <a:latin typeface="Inter"/>
              </a:rPr>
              <a:t>February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