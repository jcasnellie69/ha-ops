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  <p:embeddedFont>
      <p:font typeface="Arvo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9813" y="304800"/>
            <a:ext cx="85122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Performance &amp; Scalability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8858" y="1529506"/>
            <a:ext cx="2834282" cy="1104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1976D2"/>
                </a:solidFill>
                <a:latin typeface="Arvo"/>
              </a:rPr>
              <a:t>450B+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2852" y="2691556"/>
            <a:ext cx="4166294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D47A1"/>
                </a:solidFill>
                <a:latin typeface="Inter"/>
              </a:rPr>
              <a:t>Daily AI Inferencing Operations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143250"/>
            <a:ext cx="3305175" cy="2066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0793" y="3558331"/>
            <a:ext cx="811113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5487" y="4110781"/>
            <a:ext cx="1974115" cy="5863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Reduction in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administrative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overhead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through z/OSMF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automation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3143250"/>
            <a:ext cx="3305175" cy="2066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6934" y="3558331"/>
            <a:ext cx="75783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1ms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3801" y="4110781"/>
            <a:ext cx="2396638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Response time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for AI-accelerated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workload decisions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25" y="3143250"/>
            <a:ext cx="3305175" cy="2066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3189" y="3558331"/>
            <a:ext cx="78462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004" y="4110781"/>
            <a:ext cx="2397382" cy="5863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Improvement in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network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throughput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with intelligent packet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batching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476875"/>
            <a:ext cx="8534400" cy="704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65759" y="5623768"/>
            <a:ext cx="7744152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1">
                <a:solidFill>
                  <a:srgbClr val="0D47A1"/>
                </a:solidFill>
                <a:latin typeface="Inter"/>
              </a:rPr>
              <a:t>Performance Breakthrough:</a:t>
            </a:r>
            <a:r>
              <a:rPr sz="1320" b="0" i="1">
                <a:solidFill>
                  <a:srgbClr val="0D47A1"/>
                </a:solidFill>
                <a:latin typeface="Inter"/>
              </a:rPr>
              <a:t> z/OS 3.2 delivers unprecedented scalability with Telum II processor</a:t>
            </a:r>
            <a:r>
              <a:rPr sz="1320" b="0" i="1">
                <a:solidFill>
                  <a:srgbClr val="0D47A1"/>
                </a:solidFill>
                <a:latin typeface="Inter"/>
              </a:rPr>
              <a:t> enabling real-time AI processing while maintaining mainframe-class reliability and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