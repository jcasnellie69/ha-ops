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5468" y="228600"/>
            <a:ext cx="8501062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1976D2"/>
                </a:solidFill>
                <a:latin typeface="Arvo"/>
              </a:rPr>
              <a:t>Sys1.parmlib Settings Evolution (z/OS 2.1 </a:t>
            </a:r>
            <a:r>
              <a:rPr sz="2808" b="1" i="0">
                <a:solidFill>
                  <a:srgbClr val="1976D2"/>
                </a:solidFill>
                <a:latin typeface="Cambria Math"/>
              </a:rPr>
              <a:t>→ </a:t>
            </a:r>
            <a:r>
              <a:rPr sz="2808" b="1" i="0">
                <a:solidFill>
                  <a:srgbClr val="1976D2"/>
                </a:solidFill>
                <a:latin typeface="Arvo"/>
              </a:rPr>
              <a:t>3.2)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333500"/>
            <a:ext cx="12039600" cy="32956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1523553"/>
          <a:ext cx="11582400" cy="28354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30400"/>
                <a:gridCol w="1930400"/>
                <a:gridCol w="1930400"/>
                <a:gridCol w="1930400"/>
                <a:gridCol w="1930400"/>
                <a:gridCol w="1930400"/>
              </a:tblGrid>
              <a:tr h="3544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2.1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2.4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3.1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3.2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Key Changes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RACF_SUBSYS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Enhanced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REUSASID=YES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Reusable ASID support added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SETROPTS_RACLIST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+DSNRAUTH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DSNRAUTH class added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WLM_POLICY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Manual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Automated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AI-Assisted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AI-Advisor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WLM Policy Advisor integration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OSMF_CONFIG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Workflow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Advanced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Auto-Config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Automated configuration support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SECURITY_ZONES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Static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Static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Dynamic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AI-Threat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AI-driven threat detection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NETWORK_OPT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Optimized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Batching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AI-Batching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Intelligent packet batching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QUANTUM_SAFE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Preview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NIST-PQC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Quantum-safe algorithms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591050"/>
            <a:ext cx="3762375" cy="866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38796" y="4759076"/>
            <a:ext cx="29110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Inter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3812" y="5138142"/>
            <a:ext cx="9810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Inter"/>
              </a:rPr>
              <a:t>New Parameters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575" y="4591050"/>
            <a:ext cx="3762375" cy="866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7469" y="4759076"/>
            <a:ext cx="296912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Inter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7299" y="5138142"/>
            <a:ext cx="111710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Inter"/>
              </a:rPr>
              <a:t>Enhanced Settings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4591050"/>
            <a:ext cx="3762375" cy="866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93771" y="4759076"/>
            <a:ext cx="627459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Inter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740" y="5138142"/>
            <a:ext cx="130537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Inter"/>
              </a:rPr>
              <a:t>Backward Compatible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5610225"/>
            <a:ext cx="1158240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120" y="5726757"/>
            <a:ext cx="128379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333333"/>
                </a:solidFill>
                <a:latin typeface="Inter"/>
              </a:rPr>
              <a:t>Migration Guidance: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1912" y="5726757"/>
            <a:ext cx="910991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 Most z/OS 3.2 parmlib enhancements are backward compatible. Review AI-related and quantum-safe parameters for new deployment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